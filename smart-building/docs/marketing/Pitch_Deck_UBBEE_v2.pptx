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TANDARD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UBBEE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by ioteva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© 2026 ioteva - Confidentiel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ubbee.io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hero_isometr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457200"/>
            <a:ext cx="50292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Transformer vos bâtiments en Smart Buildings sans écrire une ligne de code.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6B6D4"/>
                </a:solidFill>
              </a:rPr>
              <a:t>La solution logicielle GTB 3.0 ultra-rapide et agnostique.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 Constat : L'immobilier tertiaire est aveugle.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1. Décret Tertiaire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Des obligations légales (eco-énergie) avec des pénalités financières lourdes.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2. Silos de Données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Chauffage, climatisation et éclairages ne communiquent pas entre eux.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3. Déploiement Lourd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Moderniser un bâtiment coûte des mois de travaux et pèse sur le ROI.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UBBEE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by ioteva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Qu'est-ce que c'est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UBBEE est la première plateforme web de supervision globale des bâtiments.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Fini les usines à gaz matérielles : UBBEE se connecte à distance à tous vos vieux capteurs pour cartographier vos espaces, centraliser vos dépenses énergétiques, et automatiser vos économies en un temps record.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Un simple écran suffit pour comprendre et réduire vos factures.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globe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41148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Oubliez les tableurs.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Naviguez en 3D.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Vos données enfin parlantes.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Cartographie Thermique : Localisez immédiatement les anomalies.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 Hub Multi-sites : Pilotez 10 ou 500 bâtiments depuis la même interface unifiée.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• Agnostique : Matrice compatible avec tous les constructeurs du marché.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sensor_appai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1148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0972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 Révolution de l'Intégration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Drag &amp; Drop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29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Du capteur au Dashboard en 3 clics.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0" y="2743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N'importe qui dans votre entreprise peut associer un vieux capteur existant à un champ 'Température' sans aucune ligne de code.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L'algorithme de mapping UBBEE traduit instantanément les payloads bruts en données structurées et visuelles.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ai_copi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Bâtiment qui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Anticipe avec l'IA.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Ne subissez plus l'exploitation.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UBBEE est équipé d'un puissant moteur de règles automatisées et d'un Copilote IA analytique.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L'algorithme étudie vos usages passés et vous suggère des coupures de chauffage sur les temps d'inactivité pertinents.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L'Humain valide, la Machine s'exécute.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Cas d'usage : Tour d'Affaires de 5000 m²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2743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CHALLENGE 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Aucune visibilité sur les salles vides chauffées en permanence.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ACTIONS VIA UBBEE 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Déploiement de 40 capteurs IoT No-Code sur un week-end.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Paramétrage IFTTT de coupure par inoccupation.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RÉSULTATS 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-18% sur la facture énergétique le 1er mois.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-60% de tickets de plaintes des collaborateurs.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Garantir la conformité. Booster la marge.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2011680" cy="18288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-40%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Décret Tertiaire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194560" cy="1828800"/>
          </a:xfrm>
          <a:prstGeom prst="roundRect">
            <a:avLst/>
          </a:prstGeom>
          <a:solidFill>
            <a:srgbClr val="10162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</a:rPr>
              <a:t>12 MWh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Économisés par bâtiment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2011680" cy="18288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&lt; 12 mois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Rentabilité (ROI)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Prêt à allumer la lumière sur vos données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Lancement de votre Preuve de Concept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👉 Prenons 45 minutes pour étudier une pièce pilote à équiper cette semaine.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2026-02-28T10:05:45Z</dcterms:created>
  <dcterms:modified xsi:type="dcterms:W3CDTF">2026-02-28T10:05:45Z</dcterms:modified>
</cp:coreProperties>
</file>