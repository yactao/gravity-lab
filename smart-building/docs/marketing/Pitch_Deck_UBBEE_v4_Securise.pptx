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TANDARD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UBBEE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1732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ioteva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© 2026 ioteva - Confidentiel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ubbee.io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LEAN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hero_isometr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26280" y="0"/>
            <a:ext cx="4572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UBBEE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by ioteva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Transformer vos bâtiments en Smart Buildings sans écrire de code.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La solution logicielle GTB 3.0 ultra-rapide et agnostique.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 Constat : L'immobilier tertiaire est aveugle.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0A0F1C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1. Décret Tertiaire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Des obligations de baisse énergétique avec des pénalités financières lourdes.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0A0F1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2. Silos de Données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Chauffage, clim et éclairages ne communiquent pas entre eux.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560320" cy="2286000"/>
          </a:xfrm>
          <a:prstGeom prst="roundRect">
            <a:avLst/>
          </a:prstGeom>
          <a:solidFill>
            <a:srgbClr val="0A0F1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3. Déploiement Lourd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Moderniser un bâtiment coûte des mois de travaux et fait chuter le ROI.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laptop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UBBEE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Qu'est-ce que c'est 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1F5F9"/>
                </a:solidFill>
              </a:rPr>
              <a:t>UBBEE est la première plateforme web de supervision globale des bâtiments.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1F5F9"/>
                </a:solidFill>
              </a:rPr>
              <a:t>Fini les usines à gaz : UBBEE se connecte à tous vos capteurs pour révéler vos espaces, cibler les pertes, et automatiser vos économies en un temps record.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1F5F9"/>
                </a:solidFill>
              </a:rPr>
              <a:t>Un simple écran suffit pour comprendre.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globe_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Vos données, 3D.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Oubliez les tableurs de la mort.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Cartographie Thermique Instantanée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  Repérez visuellement une anomalie de chauffage en 3D.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Hub Multi-sites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  Pilotez votre flotte depuis une page unifiée.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Résolument Agnostique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  UBBEE superpose les données de tous les constructeurs du marché.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sensor_appair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097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Branchez.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Glissez.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Pilotez.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02920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L'Intégration Drag &amp; Drop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029200" y="3474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Associez un vieux capteur existant à un concept UBBEE sans aucune ligne de code.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Notre plateforme traduit instantanément les flux IoT complexes en données visuelles claires.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ai_copi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Anticipation via l'IA.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Ne subissez plus l'exploitation.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UBBEE intègre un Copilote analytique couplé à un moteur de règles d'actions: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1. L'IA étudie les schémas d'occupation et trouve les failles.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2. L'IA suggère une optimisation de la consigne (ex: baisser le thermostat la nuit).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3. Vous validez. La machine s'exécute.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Sécurité &amp; Souveraineté totale.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Parce que la Data de vos bâtiments est stratégique.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solidFill>
            <a:srgbClr val="0A0F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E2E8F0"/>
                </a:solidFill>
              </a:rPr>
              <a:t>🔒 Chiffrement de bout en bout (AES-256) des flux IoT vers le Cloud.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E2E8F0"/>
                </a:solidFill>
              </a:rPr>
              <a:t>🛡️ Hébergement Souverain HDS (Hébergeur de Données de Santé) en France.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E2E8F0"/>
                </a:solidFill>
              </a:rPr>
              <a:t>⚖️ Conformité RGPD stricte : Anonymisation granulaire des données de présence.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E2E8F0"/>
                </a:solidFill>
              </a:rPr>
              <a:t>🔑 Authentification forte (MFA) &amp; SSO pour les Energy Managers.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Cas d'usage : Tour d'Affaires 5000 m²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256032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CHALLENGE 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Pertes thermiques massives et plaintes des collaborateurs hors de contrôle.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MÉTHODE UBBEE 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Déploiement pur SaaS de 40 capteurs IoT No-Code sans travaux (1 week-end).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RÉSULTATS 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-18% : Facture énergétique M+1.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-60% : Tickets d'intervention clim.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Conformité garantie. Marge préservée.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2011680" cy="1828800"/>
          </a:xfrm>
          <a:prstGeom prst="roundRect">
            <a:avLst/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-40%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Décret Tertiaire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2194560" cy="1828800"/>
          </a:xfrm>
          <a:prstGeom prst="roundRect">
            <a:avLst/>
          </a:prstGeom>
          <a:solidFill>
            <a:srgbClr val="10162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</a:rPr>
              <a:t>12 MWh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Économisés par bâtiment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2011680" cy="1828800"/>
          </a:xfrm>
          <a:prstGeom prst="roundRect">
            <a:avLst/>
          </a:prstGeom>
          <a:solidFill>
            <a:srgbClr val="0A0F1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&lt; 12 mois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Rentabilité (ROI)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1188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Lancement de votre Preuve de Concept 🚀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Prenons 45 minutes pour étudier une pièce pilote à équiper.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Contact : commercial@ioteva.fr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2026-02-28T12:18:55Z</dcterms:created>
  <dcterms:modified xsi:type="dcterms:W3CDTF">2026-02-28T12:18:55Z</dcterms:modified>
</cp:coreProperties>
</file>