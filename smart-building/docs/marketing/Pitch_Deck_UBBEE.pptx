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TANDARD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UBBEE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© 2026 UBBEE - Tous droits réservés.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taouf/Documents/antigravity lab/smart-building/frontend/public/marketing/hero_isometr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457200"/>
            <a:ext cx="5029200" cy="46863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UBBEE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457200" y="22860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B6D4"/>
                </a:solidFill>
              </a:rPr>
              <a:t>Donnez vie à vos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06B6D4"/>
                </a:solidFill>
              </a:rPr>
              <a:t>bâtiments, sans coder.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347472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94A3B8"/>
                </a:solidFill>
              </a:rPr>
              <a:t>La première plateforme GTB SaaS Plug &amp; Play qui transforme l'énergie en performance via le Jumeau Numérique.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L'immobilier tertiaire est aveugle.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2560320" cy="22860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1. Décret Tertiaire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Des obligations légales de réduction énergétique avec des pénalités lourdes.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91840" y="1828800"/>
            <a:ext cx="2560320" cy="22860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20116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2. Silos de Données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474720" y="25603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Les anciens systèmes (GTB/GTC) sont fermés et ne se parlent pas.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828800"/>
            <a:ext cx="2560320" cy="22860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20116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3. Déploiement Lourd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Moderniser coûte des mois de travaux et des milliers d'euros en intégration réseau.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taouf/Documents/antigravity lab/smart-building/frontend/public/marketing/globe_dat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371600"/>
            <a:ext cx="4572000" cy="3657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14800" y="9144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Vos données, enfin parlantes.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114800" y="18288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La puissance d'un Jumeau Numérique 3D accessible depuis un simple navigateur web.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114800" y="274320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• Cartographie Thermique Instantanée
</a:t>
            </a:r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  Localisez immédiatement une fenêtre ouverte ou une zone en surchauffe.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• Agnostique &amp; Universel
</a:t>
            </a:r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  UBBEE superpose les données de n'importe quel constructeur sur vos plans.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Branchez. Glissez. Pilotez.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Du capteur au tableau de bord en 3 clics, sans code.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94A3B8"/>
                </a:solidFill>
              </a:rPr>
              <a:t>N'importe qui dans votre entreprise peut moderniser un capteur sans prestataire.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94A3B8"/>
                </a:solidFill>
              </a:rPr>
              <a:t>Notre interface 'Drag &amp; Drop' s'occupe de la traduction de payload IoT en temps réel.</a:t>
            </a:r>
            <a:endParaRPr lang="en-US" sz="1600" dirty="0"/>
          </a:p>
        </p:txBody>
      </p:sp>
      <p:pic>
        <p:nvPicPr>
          <p:cNvPr id="5" name="Image 0" descr="C:/Users/taouf/Documents/antigravity lab/smart-building/frontend/public/marketing/sensor_appair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91440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Garantir la conformité. Booster la marge.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011680"/>
            <a:ext cx="2011680" cy="182880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1945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-40%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</a:rPr>
              <a:t>Décret Tertiaire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474720" y="2011680"/>
            <a:ext cx="2194560" cy="1828800"/>
          </a:xfrm>
          <a:prstGeom prst="roundRect">
            <a:avLst/>
          </a:prstGeom>
          <a:solidFill>
            <a:srgbClr val="101625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0" y="21945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B6D4"/>
                </a:solidFill>
              </a:rPr>
              <a:t>12 MWh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474720" y="29260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Économisés par an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2011680" cy="182880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21945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&lt; 14 mois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21792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</a:rPr>
              <a:t>Rentabilité (ROI)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B6D4"/>
                </a:solidFill>
              </a:rPr>
              <a:t>Testez sur une salle. Convainquez-vous.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35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1. Réservez un Audit Digital (45 min)</a:t>
            </a:r>
            <a:endParaRPr lang="en-US" sz="2400" dirty="0"/>
          </a:p>
          <a:p>
            <a:pPr algn="ctr" indent="0" marL="0">
              <a:lnSpc>
                <a:spcPts val="35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2. Choix d'un Bâtiment Pilote</a:t>
            </a:r>
            <a:endParaRPr lang="en-US" sz="2400" dirty="0"/>
          </a:p>
          <a:p>
            <a:pPr algn="ctr" indent="0" marL="0">
              <a:lnSpc>
                <a:spcPts val="35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3. Lancement du POC gratuit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2026-02-28T09:46:30Z</dcterms:created>
  <dcterms:modified xsi:type="dcterms:W3CDTF">2026-02-28T09:46:30Z</dcterms:modified>
</cp:coreProperties>
</file>