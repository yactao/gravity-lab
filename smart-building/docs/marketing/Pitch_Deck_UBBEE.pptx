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UBBEE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© 2026 UBBEE - Tous droits réservés.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UBBEE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6B6D4"/>
                </a:solidFill>
              </a:rPr>
              <a:t>Donnez vie à vos bâtiments, sans coder.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La première plateforme GTB SaaS Plug &amp; Play qui transforme l'énergie en performance via le Jumeau Numérique.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L'immobilier tertiaire est aveugle.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000" b="1" dirty="0">
                <a:solidFill>
                  <a:srgbClr val="06B6D4"/>
                </a:solidFill>
              </a:rPr>
              <a:t>1. Décret Tertiaire : 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F8FAFC"/>
                </a:solidFill>
              </a:rPr>
              <a:t>Des obligations légales avec des pénalités lourdes.
</a:t>
            </a:r>
            <a:pPr indent="0" marL="0">
              <a:lnSpc>
                <a:spcPts val="3500"/>
              </a:lnSpc>
              <a:buNone/>
            </a:pPr>
            <a:r>
              <a:rPr lang="en-US" sz="2000" b="1" dirty="0">
                <a:solidFill>
                  <a:srgbClr val="06B6D4"/>
                </a:solidFill>
              </a:rPr>
              <a:t>2. Silos de Données : 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F8FAFC"/>
                </a:solidFill>
              </a:rPr>
              <a:t>Chauffage, Éclairage, Présence... Les anciens systèmes ne communiquent pas.
</a:t>
            </a:r>
            <a:pPr indent="0" marL="0">
              <a:lnSpc>
                <a:spcPts val="3500"/>
              </a:lnSpc>
              <a:buNone/>
            </a:pPr>
            <a:r>
              <a:rPr lang="en-US" sz="2000" b="1" dirty="0">
                <a:solidFill>
                  <a:srgbClr val="06B6D4"/>
                </a:solidFill>
              </a:rPr>
              <a:t>3. Déploiement Lourd : 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F8FAFC"/>
                </a:solidFill>
              </a:rPr>
              <a:t>Moderniser un bâtiment coûte des mois de travaux et des milliers d'euros en intégration.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Une intelligence logicielle fluide qui s'adapte à votre existant.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Pourquoi UBBEE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• Rapide : Déploiement en quelques heures.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• Universel : Agnostique au matériel, lit tous les flux IoT.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8FAFC"/>
                </a:solidFill>
              </a:rPr>
              <a:t>• Rentable : ROI &lt; 12 mois grâce au pilotage actif.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Oubliez les tableurs. Naviguez dans votre bâtiment.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</a:rPr>
              <a:t>UBBEE génère dynamiquement un Jumeau Numérique interactif de vos sites.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</a:rPr>
              <a:t>Visualisez vos déperditions thermiques sous forme de cartes de chaleurs superposées à vos vrais plans.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Du capteur au tableau de bord en 3 clics.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CBD5E1"/>
                </a:solidFill>
              </a:rPr>
              <a:t>Marre de payer des jours d'intégration ? Nos algorithmes permettent d'appairer visuellement un vieux capteur existant à un champ standard UBBEE par un simple 'Glisser-Déposer'.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 bâtiment qui anticipe grâce à l'IA.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F8FAFC"/>
                </a:solidFill>
              </a:rPr>
              <a:t>Ne subissez plus l'exploitation. UBBEE analyse silencieusement vos données et vous suggère des réglages optimisés de consignes.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F8FAFC"/>
                </a:solidFill>
              </a:rPr>
              <a:t>L'IA propose, le responsable technique Valide. Vous gardez 100% du contrôle.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Cas d'usage en situation réelle.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F8FAFC"/>
                </a:solidFill>
              </a:rPr>
              <a:t>Mise en place sur une Résidence d'Entreprise de 5 000 m² :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F8FAFC"/>
                </a:solidFill>
              </a:rPr>
              <a:t>• Déploiement de 40 capteurs IoT multi-zones sans câblage lourd (1 week-end).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F8FAFC"/>
                </a:solidFill>
              </a:rPr>
              <a:t>• -18% de consommation de base le 1er mois grâce à la détection des fuites.</a:t>
            </a:r>
            <a:endParaRPr lang="en-US" sz="2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F8FAFC"/>
                </a:solidFill>
              </a:rPr>
              <a:t>• -60% de tickets de plainte collaborateurs 'trop chaud/trop froid'.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 modèle aligné sur votre succès.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8FAFC"/>
                </a:solidFill>
              </a:rPr>
              <a:t>Vous ne payez que le flux, pas des licences serveur complexes.</a:t>
            </a:r>
            <a:endParaRPr lang="en-US" sz="2200" dirty="0"/>
          </a:p>
          <a:p>
            <a:pPr indent="0" marL="0">
              <a:lnSpc>
                <a:spcPts val="3500"/>
              </a:lnSpc>
              <a:buNone/>
            </a:pPr>
            <a:endParaRPr lang="en-US" sz="22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8FAFC"/>
                </a:solidFill>
              </a:rPr>
              <a:t>• Matériel IoT (One-Shot) : Coût d'achat très faible et abordable.</a:t>
            </a:r>
            <a:endParaRPr lang="en-US" sz="22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8FAFC"/>
                </a:solidFill>
              </a:rPr>
              <a:t>• Licence Plateforme SaaS : Facturation au mètre carré supervisé ou capteur raccordé.</a:t>
            </a:r>
            <a:endParaRPr lang="en-US" sz="22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F8FAFC"/>
                </a:solidFill>
              </a:rPr>
              <a:t>• Mises à jour incluses.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</a:rPr>
              <a:t>Prêt à allumer la lumière sur vos données 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Prochaines étapes 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F8FAFC"/>
                </a:solidFill>
              </a:rPr>
              <a:t>1. Réservez une Démonstration Live Personnalisée (45 min).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F8FAFC"/>
                </a:solidFill>
              </a:rPr>
              <a:t>2. Sélectionnons ensemble l'une de vos salles de réunion 'pilotes'.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dirty="0">
                <a:solidFill>
                  <a:srgbClr val="F8FAFC"/>
                </a:solidFill>
              </a:rPr>
              <a:t>3. Lançons un Proof of Concept (POC) gratuit sur 15 jours.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2026-02-28T09:36:28Z</dcterms:created>
  <dcterms:modified xsi:type="dcterms:W3CDTF">2026-02-28T09:36:28Z</dcterms:modified>
</cp:coreProperties>
</file>